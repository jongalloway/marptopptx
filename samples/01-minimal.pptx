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&#65279;<?xml version="1.0" encoding="utf-8"?>
<Relationships xmlns="http://schemas.openxmlformats.org/package/2006/relationships">
  <Relationship Type="http://schemas.openxmlformats.org/officeDocument/2006/relationships/officeDocument" Target="ppt/presentation.xml" Id="rId1" />
  <Relationship Type="http://schemas.openxmlformats.org/package/2006/relationships/metadata/core-properties" Target="docProps/core.xml" Id="rId2" />
  <Relationship Type="http://schemas.openxmlformats.org/officeDocument/2006/relationships/extended-properties" Target="docProps/app.xml" Id="rId3" />
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xmlns:r="http://schemas.openxmlformats.org/officeDocument/2006/relationships" id="257" r:id="rId3"/>
  </p:sldIdLst>
  <p:sldSz cx="12192000" cy="6858000" type="screen16x9"/>
  <p:notesSz cx="6858000" cy="9144000"/>
  <p:defaultTextStyle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viewPr xmlns:a="http://schemas.openxmlformats.org/drawingml/2006/main" xmlns:r="http://schemas.openxmlformats.org/officeDocument/2006/relationships" xmlns="http://schemas.openxmlformats.org/presentationml/2006/main">
  <normalViewPr horzBarState="maximized">
    <restoredLeft sz="15611"/>
    <restoredTop sz="94610"/>
  </normalViewPr>
  <slideViewPr>
    <cSldViewPr snapToGrid="0" snapToObjects="1">
      <cViewPr varScale="1">
        <scale>
          <a:sx n="136" d="100"/>
          <a:sy n="136" d="100"/>
        </scale>
        <origin x="216" y="312"/>
      </cViewPr>
      <guideLst/>
    </cSldViewPr>
  </slideViewPr>
  <notesTextViewPr>
    <cViewPr>
      <scale>
        <a:sx n="1" d="1"/>
        <a:sy n="1" d="1"/>
      </scale>
      <origin x="0" y="0"/>
    </cViewPr>
  </notesTextViewPr>
  <gridSpacing cx="76200" cy="76200"/>
</viewPr>
</file>

<file path=ppt/_rels/presentation.xml.rels>&#65279;<?xml version="1.0" encoding="utf-8"?>
<Relationships xmlns="http://schemas.openxmlformats.org/package/2006/relationships">
  <Relationship Type="http://schemas.openxmlformats.org/officeDocument/2006/relationships/slideMaster" Target="slideMasters/slideMaster1.xml" Id="rId1" />
  <Relationship Type="http://schemas.openxmlformats.org/officeDocument/2006/relationships/theme" Target="theme/theme1.xml" Id="rId6" />
  <Relationship Type="http://schemas.openxmlformats.org/officeDocument/2006/relationships/presProps" Target="presProps.xml" Id="rId4" />
  <Relationship Type="http://schemas.openxmlformats.org/officeDocument/2006/relationships/viewProps" Target="viewProps.xml" Id="rId5" />
  <Relationship Type="http://schemas.openxmlformats.org/officeDocument/2006/relationships/tableStyles" Target="tableStyles.xml" Id="rId7" />
  <Relationship Type="http://schemas.openxmlformats.org/officeDocument/2006/relationships/slide" Target="slides/slide1.xml" Id="rId2" />
  <Relationship Type="http://schemas.openxmlformats.org/officeDocument/2006/relationships/slide" Target="slides/slide2.xml" Id="rId3" />
</Relationships>
</file>

<file path=ppt/slideLayouts/_rels/slideLayout1.xml.rels>&#65279;<?xml version="1.0" encoding="utf-8"?>
<Relationships xmlns="http://schemas.openxmlformats.org/package/2006/relationships">
  <Relationship Type="http://schemas.openxmlformats.org/officeDocument/2006/relationships/slideMaster" Target="../slideMasters/slideMaster1.xml" Id="rId1" />
</Relationships>
</file>

<file path=ppt/slideLayouts/_rels/slideLayout2.xml.rels>&#65279;<?xml version="1.0" encoding="utf-8"?>
<Relationships xmlns="http://schemas.openxmlformats.org/package/2006/relationships">
  <Relationship Type="http://schemas.openxmlformats.org/officeDocument/2006/relationships/slideMaster" Target="../slideMasters/slideMaster1.xml" Id="rId1" />
</Relationships>
</file>

<file path=ppt/slideLayouts/slideLayout1.xml><?xml version="1.0" encoding="utf-8"?>
<p:sldLayout xmlns:p="http://schemas.openxmlformats.org/presentationml/2006/main" type="tx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8800"/>
            <a:ext cx="10515600" cy="435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 preserve="1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1.xml" Id="rId1" />
  <Relationship Type="http://schemas.openxmlformats.org/officeDocument/2006/relationships/slideLayout" Target="../slideLayouts/slideLayout2.xml" Id="rId2" />
  <Relationship Type="http://schemas.openxmlformats.org/officeDocument/2006/relationships/theme" Target="../theme/theme1.xml" Id="rId3" />
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</p:sldLayoutIdLst>
  <p:txStyles>
    <p:titleStyle/>
    <p:bodyStyle/>
    <p:otherStyle/>
  </p:txStyles>
</p:sldMaster>
</file>

<file path=ppt/slides/_rels/slide1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1.xml" Id="rId1" />
</Relationships>
</file>

<file path=ppt/slides/_rels/slide2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1.xml" Id="rId1" />
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3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0F172A"/>
                </a:solidFill>
                <a:latin typeface="Aptos Display"/>
              </a:rPr>
              <a:t>MarpToPptx Smoke Test</a:t>
            </a:r>
            <a:endParaRPr lang="en-US" sz="3000"/>
          </a:p>
        </p:txBody>
      </p:sp>
      <p:sp>
        <p:nvSpPr>
          <p:cNvPr id="4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1900"/>
            <a:ext cx="10668000" cy="89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2400" b="0">
                <a:solidFill>
                  <a:srgbClr val="1F2937"/>
                </a:solidFill>
                <a:latin typeface="Aptos"/>
              </a:rPr>
              <a:t>This deck is a minimal sanity check for the current parser and renderer.</a:t>
            </a:r>
            <a:endParaRPr lang="en-US" sz="2400"/>
          </a:p>
        </p:txBody>
      </p:sp>
      <p:sp>
        <p:nvSpPr>
          <p:cNvPr id="5" name="Bullet Lis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3460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pPr lvl="0">
              <a:buChar char="•"/>
            </a:pPr>
            <a:r>
              <a:rPr lang="en-US" sz="2400" b="0">
                <a:solidFill>
                  <a:srgbClr val="1F2937"/>
                </a:solidFill>
                <a:latin typeface="Aptos"/>
              </a:rPr>
              <a:t>Front matter</a:t>
            </a:r>
            <a:endParaRPr lang="en-US" sz="2400"/>
          </a:p>
          <a:p xmlns:a="http://schemas.openxmlformats.org/drawingml/2006/main">
            <a:pPr lvl="0">
              <a:buChar char="•"/>
            </a:pPr>
            <a:r>
              <a:rPr lang="en-US" sz="2400" b="0">
                <a:solidFill>
                  <a:srgbClr val="1F2937"/>
                </a:solidFill>
                <a:latin typeface="Aptos"/>
              </a:rPr>
              <a:t>Slide splitting</a:t>
            </a:r>
            <a:endParaRPr lang="en-US" sz="2400"/>
          </a:p>
          <a:p xmlns:a="http://schemas.openxmlformats.org/drawingml/2006/main">
            <a:pPr lvl="0">
              <a:buChar char="•"/>
            </a:pPr>
            <a:r>
              <a:rPr lang="en-US" sz="2400" b="0">
                <a:solidFill>
                  <a:srgbClr val="1F2937"/>
                </a:solidFill>
                <a:latin typeface="Aptos"/>
              </a:rPr>
              <a:t>Heading rendering</a:t>
            </a:r>
            <a:endParaRPr lang="en-US" sz="2400"/>
          </a:p>
          <a:p xmlns:a="http://schemas.openxmlformats.org/drawingml/2006/main">
            <a:pPr lvl="0">
              <a:buChar char="•"/>
            </a:pPr>
            <a:r>
              <a:rPr lang="en-US" sz="2400" b="0">
                <a:solidFill>
                  <a:srgbClr val="1F2937"/>
                </a:solidFill>
                <a:latin typeface="Aptos"/>
              </a:rPr>
              <a:t>Paragraph rendering</a:t>
            </a:r>
            <a:endParaRPr lang="en-US" sz="2400"/>
          </a:p>
          <a:p xmlns:a="http://schemas.openxmlformats.org/drawingml/2006/main">
            <a:pPr lvl="0">
              <a:buChar char="•"/>
            </a:pPr>
            <a:r>
              <a:rPr lang="en-US" sz="2400" b="0">
                <a:solidFill>
                  <a:srgbClr val="1F2937"/>
                </a:solidFill>
                <a:latin typeface="Aptos"/>
              </a:rPr>
              <a:t>Bullet list rendering</a:t>
            </a:r>
            <a:endParaRPr lang="en-US" sz="2400"/>
          </a:p>
        </p:txBody>
      </p:sp>
      <p:sp>
        <p:nvSpPr>
          <p:cNvPr id="6" name="Slide 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4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pPr algn="r"/>
            <a:fld id="{9C18D73B-2083-41DA-8DFC-2AC8C5BB4FFE}" type="slidenum">
              <a:rPr lang="en-US" sz="1000">
                <a:solidFill>
                  <a:srgbClr val="1F2937"/>
                </a:solidFill>
                <a:latin typeface="Aptos"/>
              </a:rPr>
              <a:t>1</a:t>
            </a:fld>
            <a:endParaRPr lang="en-US" sz="100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deck-5c4877b8fde7</m2p:deckId>
        <m2p:slideId>marptopptx-smoke-test</m2p:slideId>
        <m2p:title>MarpToPptx Smoke Test</m2p:title>
        <m2p:hash>sha256:479f7bf16f7d5b7d48fefe084ad7f26b619c183490e0de3c8df6cc4a81662a36</m2p:hash>
        <m2p:sourceSlide>01-minimal.md#slide-1</m2p:sourceSlide>
        <m2p:generatorVersion>1.0.0.0</m2p:generatorVersion>
      </m2p:meta>
    </p:ext>
  </p:extLst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endParaRPr lang="en-US" sz="100"/>
          </a:p>
        </p:txBody>
      </p:sp>
      <p:sp>
        <p:nvSpPr>
          <p:cNvPr id="3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0668000" cy="43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0F172A"/>
                </a:solidFill>
                <a:latin typeface="Aptos Display"/>
              </a:rPr>
              <a:t>Second Slide</a:t>
            </a:r>
            <a:endParaRPr lang="en-US" sz="2600"/>
          </a:p>
        </p:txBody>
      </p:sp>
      <p:sp>
        <p:nvSpPr>
          <p:cNvPr id="4" name="Tex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76020"/>
            <a:ext cx="10668000" cy="89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2400" b="0">
                <a:solidFill>
                  <a:srgbClr val="1F2937"/>
                </a:solidFill>
                <a:latin typeface="Aptos"/>
              </a:rPr>
              <a:t>This slide exists mainly to confirm that a literal </a:t>
            </a:r>
            <a:r>
              <a:rPr lang="en-US" sz="2400" b="0">
                <a:solidFill>
                  <a:srgbClr val="1F2937"/>
                </a:solidFill>
                <a:latin typeface="Cascadia Mono"/>
              </a:rPr>
              <a:t>---</a:t>
            </a:r>
            <a:r>
              <a:rPr lang="en-US" sz="2400" b="0">
                <a:solidFill>
                  <a:srgbClr val="1F2937"/>
                </a:solidFill>
                <a:latin typeface="Aptos"/>
              </a:rPr>
              <a:t> separator creates a new slide.</a:t>
            </a:r>
            <a:endParaRPr lang="en-US" sz="2400"/>
          </a:p>
        </p:txBody>
      </p:sp>
      <p:sp>
        <p:nvSpPr>
          <p:cNvPr id="5" name="Ordered Lis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7580"/>
            <a:ext cx="10668000" cy="80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pPr lvl="0">
              <a:buAutoNum type="arabicPeriod" startAt="1"/>
            </a:pPr>
            <a:r>
              <a:rPr lang="en-US" sz="2400" b="0">
                <a:solidFill>
                  <a:srgbClr val="1F2937"/>
                </a:solidFill>
                <a:latin typeface="Aptos"/>
              </a:rPr>
              <a:t>Ordered lists should render as editable text.</a:t>
            </a:r>
            <a:endParaRPr lang="en-US" sz="2400"/>
          </a:p>
          <a:p xmlns:a="http://schemas.openxmlformats.org/drawingml/2006/main">
            <a:pPr lvl="0">
              <a:buAutoNum type="arabicPeriod" startAt="2"/>
            </a:pPr>
            <a:r>
              <a:rPr lang="en-US" sz="2400" b="0">
                <a:solidFill>
                  <a:srgbClr val="1F2937"/>
                </a:solidFill>
                <a:latin typeface="Aptos"/>
              </a:rPr>
              <a:t>Pagination settings should flow through the slide style.</a:t>
            </a:r>
            <a:endParaRPr lang="en-US" sz="2400"/>
          </a:p>
        </p:txBody>
      </p:sp>
      <p:sp>
        <p:nvSpPr>
          <p:cNvPr id="6" name="Slide 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04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pPr algn="r"/>
            <a:fld id="{B58BEEAC-62E4-4B05-9F15-FB25AA0BBD90}" type="slidenum">
              <a:rPr lang="en-US" sz="1000">
                <a:solidFill>
                  <a:srgbClr val="1F2937"/>
                </a:solidFill>
                <a:latin typeface="Aptos"/>
              </a:rPr>
              <a:t>2</a:t>
            </a:fld>
            <a:endParaRPr lang="en-US" sz="1000">
              <a:solidFill>
                <a:srgbClr val="1F2937"/>
              </a:solidFill>
              <a:latin typeface="Aptos"/>
            </a:endParaRPr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deck-5c4877b8fde7</m2p:deckId>
        <m2p:slideId>second-slide</m2p:slideId>
        <m2p:title>Second Slide</m2p:title>
        <m2p:hash>sha256:eac70325f6d7a1fb511f5ee31d4894882c2d1538166eafde1467384299c57a3d</m2p:hash>
        <m2p:sourceSlide>01-minimal.md#slide-2</m2p:sourceSlide>
        <m2p:generatorVersion>1.0.0.0</m2p:generatorVersion>
      </m2p:meta>
    </p:ext>
  </p:extLst>
</p:sld>
</file>

<file path=ppt/theme/theme1.xml><?xml version="1.0" encoding="utf-8"?>
<a:theme xmlns:a="http://schemas.openxmlformats.org/drawingml/2006/main" name="MarpToPptx Theme">
  <a:themeElements>
    <a:clrScheme name="MarpToPptx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0F766E"/>
      </a:accent1>
      <a:accent2>
        <a:srgbClr val="2563EB"/>
      </a:accent2>
      <a:accent3>
        <a:srgbClr val="F59E0B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MarpToPptx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MarpToPptx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50000">
              <a:schemeClr val="phClr">
                <a:tint val="50000"/>
                <a:satMod val="300000"/>
              </a:schemeClr>
            </a:gs>
            <a:gs pos="10000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tint val="50000"/>
                <a:satMod val="300000"/>
              </a:schemeClr>
            </a:gs>
          </a:gsLst>
          <a:lin ang="16200000" scaled="1"/>
        </a:gradFill>
        <a:noFill/>
        <a:pattFill/>
        <a:grpFill/>
      </a:bgFillStyleLst>
    </a:fmtScheme>
  </a:themeElements>
  <a:objectDefaults/>
  <a:extraClrSchemeLst/>
</a:theme>
</file>

<file path=docProps/app.xml><?xml version="1.0" encoding="utf-8"?>
<Properties xmlns:vt="http://schemas.openxmlformats.org/officeDocument/2006/docPropsVTypes" xmlns="http://schemas.openxmlformats.org/officeDocument/2006/extended-properties">
  <TotalTime>0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Aptos</vt:lpstr>
      <vt:lpstr>Aptos Display</vt:lpstr>
      <vt:lpstr>MarpToPptx Theme</vt:lpstr>
      <vt:lpstr>MarpToPptx Smoke Test</vt:lpstr>
      <vt:lpstr>Second Slide</vt:lpstr>
    </vt:vector>
  </TitlesOfParts>
  <Company>Created by MarpToPptx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MarpToPptx Smoke Test</dc:title>
  <dc:subject>PowerPoint Presentation</dc:subject>
  <dc:creator>MarpToPptx</dc:creator>
  <cp:lastModifiedBy>MarpToPptx</cp:lastModifiedBy>
  <cp:revision>1</cp:revision>
  <dcterms:created xsi:type="dcterms:W3CDTF">2026-04-05T06:27:36Z</dcterms:created>
  <dcterms:modified xsi:type="dcterms:W3CDTF">2026-04-05T06:27:36Z</dcterms:modified>
</cp:coreProperties>
</file>